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2743200"/>
          </a:xfrm>
          <a:prstGeom prst="rect">
            <a:avLst/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4980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导师让我给组里讲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作图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 rot="720000">
            <a:off x="4800600" y="438912"/>
            <a:ext cx="1417320" cy="1417320"/>
          </a:xfrm>
          <a:prstGeom prst="arc">
            <a:avLst/>
          </a:prstGeom>
          <a:solidFill>
            <a:srgbClr val="173F70">
              <a:alpha val="0"/>
            </a:srgbClr>
          </a:solidFill>
          <a:ln w="76200">
            <a:solidFill>
              <a:srgbClr val="22A7A0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300000">
            <a:off x="5138928" y="932688"/>
            <a:ext cx="1143000" cy="1143000"/>
          </a:xfrm>
          <a:prstGeom prst="arc">
            <a:avLst/>
          </a:prstGeom>
          <a:solidFill>
            <a:srgbClr val="173F70">
              <a:alpha val="0"/>
            </a:srgbClr>
          </a:solidFill>
          <a:ln w="76200">
            <a:solidFill>
              <a:srgbClr val="E46F61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32461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2878C8"/>
          </a:solidFill>
          <a:ln w="12700">
            <a:solidFill>
              <a:srgbClr val="287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28269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64208" y="32461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22A7A0"/>
          </a:solidFill>
          <a:ln w="12700">
            <a:solidFill>
              <a:srgbClr val="22A7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328269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61488" y="3246120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328269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91363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博士生整理的 74 页科研作图分享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66928" y="4892040"/>
            <a:ext cx="5394960" cy="0"/>
          </a:xfrm>
          <a:prstGeom prst="line">
            <a:avLst/>
          </a:prstGeom>
          <a:noFill/>
          <a:ln w="19050">
            <a:solidFill>
              <a:srgbClr val="D7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52852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7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61872" y="52760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图形思维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" y="5943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A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872" y="59344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66019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61872" y="65928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" y="72603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61872" y="72511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完整工作流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8458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nanfengy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7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这件事是怎么开始的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33872" y="3566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622792"/>
            <a:ext cx="58521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32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nanfengy · AI 科研作图分享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原本只想讲几个工具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5715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整理以后才发现，科研作图真正难的不是“生成”，而是“表达”。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5852160" cy="1417320"/>
          </a:xfrm>
          <a:prstGeom prst="roundRect">
            <a:avLst>
              <a:gd name="adj" fmla="val 3871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9864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F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前段时间，导师邀请我给组里的师弟师妹做一次 AI 作图分享。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02920" y="4462272"/>
            <a:ext cx="27614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2376" y="4709160"/>
            <a:ext cx="329184" cy="329184"/>
          </a:xfrm>
          <a:prstGeom prst="ellipse">
            <a:avLst/>
          </a:prstGeom>
          <a:solidFill>
            <a:srgbClr val="2878C8"/>
          </a:solidFill>
          <a:ln w="12700">
            <a:solidFill>
              <a:srgbClr val="287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467258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最初的想法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" y="5212080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讲常用工具、提示词和几个案例，做成一次实用分享。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93592" y="4462272"/>
            <a:ext cx="27614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13048" y="4709160"/>
            <a:ext cx="329184" cy="329184"/>
          </a:xfrm>
          <a:prstGeom prst="ellipse">
            <a:avLst/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467258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最后的结果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13048" y="5212080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从图形思维讲到技术路线、工作流、质量判断和正式场景边界。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7699248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787298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工具只是后半程，图形思维才是起点。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7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科研作图最难的 4 个问题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33872" y="3566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622792"/>
            <a:ext cx="58521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32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nanfengy · AI 科研作图分享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真正难的，往往不是画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5715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开始做图之前，先把下面四个问题想明白。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276148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2376" y="2761488"/>
            <a:ext cx="329184" cy="329184"/>
          </a:xfrm>
          <a:prstGeom prst="ellipse">
            <a:avLst/>
          </a:prstGeom>
          <a:solidFill>
            <a:srgbClr val="2878C8"/>
          </a:solidFill>
          <a:ln w="12700">
            <a:solidFill>
              <a:srgbClr val="28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2491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表达目标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" y="3264408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这张图到底想让读者理解或记住什么？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93592" y="2514600"/>
            <a:ext cx="276148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3048" y="2761488"/>
            <a:ext cx="329184" cy="329184"/>
          </a:xfrm>
          <a:prstGeom prst="ellipse">
            <a:avLst/>
          </a:prstGeom>
          <a:solidFill>
            <a:srgbClr val="22A7A0"/>
          </a:solidFill>
          <a:ln w="12700">
            <a:solidFill>
              <a:srgbClr val="22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72491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图的类型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13048" y="3264408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它是流程图、架构图、机制图，还是概念图？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956048"/>
            <a:ext cx="276148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" y="5202936"/>
            <a:ext cx="329184" cy="329184"/>
          </a:xfrm>
          <a:prstGeom prst="ellipse">
            <a:avLst/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51663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的位置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" y="5705856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哪些环节适合交给 AI，哪些必须自己判断？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93592" y="4956048"/>
            <a:ext cx="276148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13048" y="5202936"/>
            <a:ext cx="329184" cy="329184"/>
          </a:xfrm>
          <a:prstGeom prst="ellipse">
            <a:avLst/>
          </a:prstGeom>
          <a:solidFill>
            <a:srgbClr val="F0B84B"/>
          </a:solidFill>
          <a:ln w="12700">
            <a:solidFill>
              <a:srgbClr val="F0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51663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交付形式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13048" y="5705856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如何变成可修改、可复用、能正式交付的文件？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7699248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787298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先想清楚“做什么图”，再决定“怎么做”。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7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作图不只有文生图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33872" y="3566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622792"/>
            <a:ext cx="58521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32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nanfengy · AI 科研作图分享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六条路线，解决六类问题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5715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“输入一句提示词直接生图”，只是其中最显眼的一条路线。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27614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2376" y="2578608"/>
            <a:ext cx="329184" cy="329184"/>
          </a:xfrm>
          <a:prstGeom prst="ellipse">
            <a:avLst/>
          </a:prstGeom>
          <a:solidFill>
            <a:srgbClr val="2878C8"/>
          </a:solidFill>
          <a:ln w="12700">
            <a:solidFill>
              <a:srgbClr val="28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5420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" y="3081528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逻辑稳定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93592" y="2331720"/>
            <a:ext cx="27614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3048" y="2578608"/>
            <a:ext cx="329184" cy="329184"/>
          </a:xfrm>
          <a:prstGeom prst="ellipse">
            <a:avLst/>
          </a:prstGeom>
          <a:solidFill>
            <a:srgbClr val="22A7A0"/>
          </a:solidFill>
          <a:ln w="12700">
            <a:solidFill>
              <a:srgbClr val="22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5420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13048" y="3081528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可维护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995928"/>
            <a:ext cx="27614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" y="4242816"/>
            <a:ext cx="329184" cy="329184"/>
          </a:xfrm>
          <a:prstGeom prst="ellipse">
            <a:avLst/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4206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" y="4745736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视觉探索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快速发散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93592" y="3995928"/>
            <a:ext cx="27614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13048" y="4242816"/>
            <a:ext cx="329184" cy="329184"/>
          </a:xfrm>
          <a:prstGeom prst="ellipse">
            <a:avLst/>
          </a:prstGeom>
          <a:solidFill>
            <a:srgbClr val="46A66B"/>
          </a:solidFill>
          <a:ln w="12700">
            <a:solidFill>
              <a:srgbClr val="46A6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42062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可控工作流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13048" y="4745736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细节控制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结果一致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660136"/>
            <a:ext cx="27614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" y="5907024"/>
            <a:ext cx="329184" cy="329184"/>
          </a:xfrm>
          <a:prstGeom prst="ellipse">
            <a:avLst/>
          </a:prstGeom>
          <a:solidFill>
            <a:srgbClr val="F0B84B"/>
          </a:solidFill>
          <a:ln w="12700">
            <a:solidFill>
              <a:srgbClr val="F0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" y="58704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" y="6409944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继续修改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正式交付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93592" y="5660136"/>
            <a:ext cx="27614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13048" y="5907024"/>
            <a:ext cx="329184" cy="329184"/>
          </a:xfrm>
          <a:prstGeom prst="ellipse">
            <a:avLst/>
          </a:prstGeom>
          <a:solidFill>
            <a:srgbClr val="7656A8"/>
          </a:solidFill>
          <a:ln w="12700">
            <a:solidFill>
              <a:srgbClr val="7656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587044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视频化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13048" y="6409944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动态叙事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时间表达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7699248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787298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没有一种工具能包办全部，关键是路线协同。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7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先判断图类型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33872" y="3566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622792"/>
            <a:ext cx="58521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32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nanfengy · AI 科研作图分享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表达任务不同，图的类型就不同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5715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图类型不是由外观决定，而是由你要表达的内容决定。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5852160" cy="50292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414016"/>
            <a:ext cx="256032" cy="256032"/>
          </a:xfrm>
          <a:prstGeom prst="ellipse">
            <a:avLst/>
          </a:prstGeom>
          <a:solidFill>
            <a:srgbClr val="2878C8"/>
          </a:solidFill>
          <a:ln w="12700">
            <a:solidFill>
              <a:srgbClr val="28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4140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讲结构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8880" y="24140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 / 系统图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62656"/>
            <a:ext cx="58521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72384"/>
            <a:ext cx="256032" cy="256032"/>
          </a:xfrm>
          <a:prstGeom prst="ellipse">
            <a:avLst/>
          </a:prstGeom>
          <a:solidFill>
            <a:srgbClr val="22A7A0"/>
          </a:solidFill>
          <a:ln w="12700">
            <a:solidFill>
              <a:srgbClr val="22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0723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讲步骤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0" y="30723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621024"/>
            <a:ext cx="5852160" cy="50292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30752"/>
            <a:ext cx="256032" cy="256032"/>
          </a:xfrm>
          <a:prstGeom prst="ellipse">
            <a:avLst/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730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讲原理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68880" y="37307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机制示意图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79392"/>
            <a:ext cx="58521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89120"/>
            <a:ext cx="256032" cy="256032"/>
          </a:xfrm>
          <a:prstGeom prst="ellipse">
            <a:avLst/>
          </a:prstGeom>
          <a:solidFill>
            <a:srgbClr val="46A66B"/>
          </a:solidFill>
          <a:ln w="12700">
            <a:solidFill>
              <a:srgbClr val="46A6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43891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讲方法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468880" y="4389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框架图 / 技术路线图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937760"/>
            <a:ext cx="5852160" cy="50292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047488"/>
            <a:ext cx="256032" cy="256032"/>
          </a:xfrm>
          <a:prstGeom prst="ellipse">
            <a:avLst/>
          </a:prstGeom>
          <a:solidFill>
            <a:srgbClr val="F0B84B"/>
          </a:solidFill>
          <a:ln w="12700">
            <a:solidFill>
              <a:srgbClr val="F0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50474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讲差异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468880" y="50474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5596128"/>
            <a:ext cx="58521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705856"/>
            <a:ext cx="256032" cy="256032"/>
          </a:xfrm>
          <a:prstGeom prst="ellipse">
            <a:avLst/>
          </a:prstGeom>
          <a:solidFill>
            <a:srgbClr val="7656A8"/>
          </a:solidFill>
          <a:ln w="12700">
            <a:solidFill>
              <a:srgbClr val="7656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57058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讲氛围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468880" y="57058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封面图 / 概念图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6254496"/>
            <a:ext cx="5852160" cy="50292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6364224"/>
            <a:ext cx="256032" cy="256032"/>
          </a:xfrm>
          <a:prstGeom prst="ellipse">
            <a:avLst/>
          </a:prstGeom>
          <a:solidFill>
            <a:srgbClr val="357A78"/>
          </a:solidFill>
          <a:ln w="12700">
            <a:solidFill>
              <a:srgbClr val="357A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0432" y="6364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讲过程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468880" y="6364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动态展示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7699248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22A7A0"/>
          </a:solidFill>
          <a:ln w="12700">
            <a:solidFill>
              <a:srgbClr val="22A7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787298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目标决定类型，类型决定路线。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7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完整工作流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33872" y="3566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622792"/>
            <a:ext cx="58521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32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nanfengy · AI 科研作图分享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高质量科研图，是逐步构建出来的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5715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生成只是其中的一步，前期定义和后期校验同样重要。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2304288"/>
            <a:ext cx="438912" cy="438912"/>
          </a:xfrm>
          <a:prstGeom prst="ellipse">
            <a:avLst/>
          </a:prstGeom>
          <a:solidFill>
            <a:srgbClr val="2878C8"/>
          </a:solidFill>
          <a:ln w="12700">
            <a:solidFill>
              <a:srgbClr val="287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38658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98448" y="2286000"/>
            <a:ext cx="4526280" cy="475488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1430">
            <a:solidFill>
              <a:srgbClr val="D7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39572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明确边界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2743200"/>
            <a:ext cx="0" cy="256032"/>
          </a:xfrm>
          <a:prstGeom prst="line">
            <a:avLst/>
          </a:prstGeom>
          <a:noFill/>
          <a:ln w="25400">
            <a:solidFill>
              <a:srgbClr val="B9C9D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" y="2971800"/>
            <a:ext cx="438912" cy="438912"/>
          </a:xfrm>
          <a:prstGeom prst="ellipse">
            <a:avLst/>
          </a:prstGeom>
          <a:solidFill>
            <a:srgbClr val="22A7A0"/>
          </a:solidFill>
          <a:ln w="12700">
            <a:solidFill>
              <a:srgbClr val="22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05409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98448" y="2953512"/>
            <a:ext cx="4526280" cy="475488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1430">
            <a:solidFill>
              <a:srgbClr val="D7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0632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逻辑分解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" y="3410712"/>
            <a:ext cx="0" cy="256032"/>
          </a:xfrm>
          <a:prstGeom prst="line">
            <a:avLst/>
          </a:prstGeom>
          <a:noFill/>
          <a:ln w="25400">
            <a:solidFill>
              <a:srgbClr val="B9C9D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792" y="3639312"/>
            <a:ext cx="438912" cy="438912"/>
          </a:xfrm>
          <a:prstGeom prst="ellipse">
            <a:avLst/>
          </a:prstGeom>
          <a:solidFill>
            <a:srgbClr val="46A66B"/>
          </a:solidFill>
          <a:ln w="12700">
            <a:solidFill>
              <a:srgbClr val="46A6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72160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298448" y="3621024"/>
            <a:ext cx="4526280" cy="475488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1430">
            <a:solidFill>
              <a:srgbClr val="D7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7307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判断类型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" y="4078224"/>
            <a:ext cx="0" cy="256032"/>
          </a:xfrm>
          <a:prstGeom prst="line">
            <a:avLst/>
          </a:prstGeom>
          <a:noFill/>
          <a:ln w="25400">
            <a:solidFill>
              <a:srgbClr val="B9C9D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1792" y="4306824"/>
            <a:ext cx="438912" cy="438912"/>
          </a:xfrm>
          <a:prstGeom prst="ellipse">
            <a:avLst/>
          </a:prstGeom>
          <a:solidFill>
            <a:srgbClr val="F0B84B"/>
          </a:solidFill>
          <a:ln w="12700">
            <a:solidFill>
              <a:srgbClr val="F0B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38912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298448" y="4288536"/>
            <a:ext cx="4526280" cy="475488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1430">
            <a:solidFill>
              <a:srgbClr val="D7E2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439826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路线与工具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1248" y="4745736"/>
            <a:ext cx="0" cy="256032"/>
          </a:xfrm>
          <a:prstGeom prst="line">
            <a:avLst/>
          </a:prstGeom>
          <a:noFill/>
          <a:ln w="25400">
            <a:solidFill>
              <a:srgbClr val="B9C9D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1792" y="4974336"/>
            <a:ext cx="438912" cy="438912"/>
          </a:xfrm>
          <a:prstGeom prst="ellipse">
            <a:avLst/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505663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298448" y="4956048"/>
            <a:ext cx="4526280" cy="475488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1430">
            <a:solidFill>
              <a:srgbClr val="D7E2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506577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生成初稿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1248" y="5413248"/>
            <a:ext cx="0" cy="256032"/>
          </a:xfrm>
          <a:prstGeom prst="line">
            <a:avLst/>
          </a:prstGeom>
          <a:noFill/>
          <a:ln w="25400">
            <a:solidFill>
              <a:srgbClr val="B9C9D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1792" y="5641848"/>
            <a:ext cx="438912" cy="438912"/>
          </a:xfrm>
          <a:prstGeom prst="ellipse">
            <a:avLst/>
          </a:prstGeom>
          <a:solidFill>
            <a:srgbClr val="7656A8"/>
          </a:solidFill>
          <a:ln w="12700">
            <a:solidFill>
              <a:srgbClr val="7656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572414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298448" y="5623560"/>
            <a:ext cx="4526280" cy="475488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1430">
            <a:solidFill>
              <a:srgbClr val="D7E2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54480" y="57332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精修交付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1248" y="6080760"/>
            <a:ext cx="0" cy="256032"/>
          </a:xfrm>
          <a:prstGeom prst="line">
            <a:avLst/>
          </a:prstGeom>
          <a:noFill/>
          <a:ln w="25400">
            <a:solidFill>
              <a:srgbClr val="B9C9D6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21792" y="6309360"/>
            <a:ext cx="438912" cy="438912"/>
          </a:xfrm>
          <a:prstGeom prst="ellipse">
            <a:avLst/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639165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298448" y="6291072"/>
            <a:ext cx="4526280" cy="475488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1430">
            <a:solidFill>
              <a:srgbClr val="D7E2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54480" y="64008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校验复用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2920" y="7699248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" y="787298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先把逻辑立住，再处理视觉细节。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7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一套常用的工具组合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33872" y="3566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622792"/>
            <a:ext cx="58521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32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nanfengy · AI 科研作图分享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不是找一个“最强工具”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5715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成熟的做法通常是让不同工具负责不同环节。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847088" cy="822960"/>
          </a:xfrm>
          <a:prstGeom prst="roundRect">
            <a:avLst>
              <a:gd name="adj" fmla="val 5556"/>
            </a:avLst>
          </a:prstGeom>
          <a:solidFill>
            <a:srgbClr val="2878C8"/>
          </a:solidFill>
          <a:ln w="12700">
            <a:solidFill>
              <a:srgbClr val="287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9689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70048" y="2633472"/>
            <a:ext cx="365760" cy="384048"/>
          </a:xfrm>
          <a:prstGeom prst="chevron">
            <a:avLst/>
          </a:prstGeom>
          <a:solidFill>
            <a:srgbClr val="BCD0DF"/>
          </a:solidFill>
          <a:ln w="12700">
            <a:solidFill>
              <a:srgbClr val="BCD0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423160"/>
            <a:ext cx="2907792" cy="82296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2624328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梳理模块、层级和关系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630168"/>
            <a:ext cx="1847088" cy="822960"/>
          </a:xfrm>
          <a:prstGeom prst="roundRect">
            <a:avLst>
              <a:gd name="adj" fmla="val 5556"/>
            </a:avLst>
          </a:prstGeom>
          <a:solidFill>
            <a:srgbClr val="22A7A0"/>
          </a:solidFill>
          <a:ln w="12700">
            <a:solidFill>
              <a:srgbClr val="22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803904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Draw.io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Mermaid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70048" y="3840480"/>
            <a:ext cx="365760" cy="384048"/>
          </a:xfrm>
          <a:prstGeom prst="chevron">
            <a:avLst/>
          </a:prstGeom>
          <a:solidFill>
            <a:srgbClr val="BCD0DF"/>
          </a:solidFill>
          <a:ln w="12700">
            <a:solidFill>
              <a:srgbClr val="BCD0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3630168"/>
            <a:ext cx="2907792" cy="82296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3831336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搭建逻辑骨架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837176"/>
            <a:ext cx="1847088" cy="822960"/>
          </a:xfrm>
          <a:prstGeom prst="roundRect">
            <a:avLst>
              <a:gd name="adj" fmla="val 5556"/>
            </a:avLst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01091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生成式工具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70048" y="5047488"/>
            <a:ext cx="365760" cy="384048"/>
          </a:xfrm>
          <a:prstGeom prst="chevron">
            <a:avLst/>
          </a:prstGeom>
          <a:solidFill>
            <a:srgbClr val="BCD0DF"/>
          </a:solidFill>
          <a:ln w="12700">
            <a:solidFill>
              <a:srgbClr val="BCD0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4837176"/>
            <a:ext cx="2907792" cy="82296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503834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探索构图和视觉方向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6044184"/>
            <a:ext cx="1847088" cy="822960"/>
          </a:xfrm>
          <a:prstGeom prst="roundRect">
            <a:avLst>
              <a:gd name="adj" fmla="val 5556"/>
            </a:avLst>
          </a:prstGeom>
          <a:solidFill>
            <a:srgbClr val="46A66B"/>
          </a:solidFill>
          <a:ln w="12700">
            <a:solidFill>
              <a:srgbClr val="46A6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6217920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/ SVG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70048" y="6254496"/>
            <a:ext cx="365760" cy="384048"/>
          </a:xfrm>
          <a:prstGeom prst="chevron">
            <a:avLst/>
          </a:prstGeom>
          <a:solidFill>
            <a:srgbClr val="BCD0DF"/>
          </a:solidFill>
          <a:ln w="12700">
            <a:solidFill>
              <a:srgbClr val="BCD0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6044184"/>
            <a:ext cx="2907792" cy="82296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624535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精修并可编辑交付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7699248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787298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高效不在于工具数量，在于路线组合与协同。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7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正式科研场景一定要检查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33872" y="3566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622792"/>
            <a:ext cx="58521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32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nanfengy · AI 科研作图分享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“看起来不错”不等于“表达有效”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5715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越正式的场景，越不能把 AI 结果直接拿来使用。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27614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2376" y="2587752"/>
            <a:ext cx="329184" cy="329184"/>
          </a:xfrm>
          <a:prstGeom prst="ellipse">
            <a:avLst/>
          </a:prstGeom>
          <a:solidFill>
            <a:srgbClr val="2878C8"/>
          </a:solidFill>
          <a:ln w="12700">
            <a:solidFill>
              <a:srgbClr val="28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5511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结构关系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" y="309067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模块、层级和箭头是否正确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93592" y="2340864"/>
            <a:ext cx="27614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3048" y="2587752"/>
            <a:ext cx="329184" cy="329184"/>
          </a:xfrm>
          <a:prstGeom prst="ellipse">
            <a:avLst/>
          </a:prstGeom>
          <a:solidFill>
            <a:srgbClr val="22A7A0"/>
          </a:solidFill>
          <a:ln w="12700">
            <a:solidFill>
              <a:srgbClr val="22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55117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文字数字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13048" y="309067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标签、公式和数据是否准确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27614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" y="4270248"/>
            <a:ext cx="329184" cy="329184"/>
          </a:xfrm>
          <a:prstGeom prst="ellipse">
            <a:avLst/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42336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专业细节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" y="4773168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对象与机制是否失真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93592" y="4023360"/>
            <a:ext cx="27614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13048" y="4270248"/>
            <a:ext cx="329184" cy="329184"/>
          </a:xfrm>
          <a:prstGeom prst="ellipse">
            <a:avLst/>
          </a:prstGeom>
          <a:solidFill>
            <a:srgbClr val="46A66B"/>
          </a:solidFill>
          <a:ln w="12700">
            <a:solidFill>
              <a:srgbClr val="46A6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42336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视觉一致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13048" y="4773168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颜色、字体、线条是否统一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705856"/>
            <a:ext cx="27614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" y="5952744"/>
            <a:ext cx="329184" cy="329184"/>
          </a:xfrm>
          <a:prstGeom prst="ellipse">
            <a:avLst/>
          </a:prstGeom>
          <a:solidFill>
            <a:srgbClr val="F0B84B"/>
          </a:solidFill>
          <a:ln w="12700">
            <a:solidFill>
              <a:srgbClr val="F0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1288" y="59161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交付可靠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" y="645566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文件是否可编辑、可复用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93592" y="5705856"/>
            <a:ext cx="27614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1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13048" y="5952744"/>
            <a:ext cx="329184" cy="329184"/>
          </a:xfrm>
          <a:prstGeom prst="ellipse">
            <a:avLst/>
          </a:prstGeom>
          <a:solidFill>
            <a:srgbClr val="7656A8"/>
          </a:solidFill>
          <a:ln w="12700">
            <a:solidFill>
              <a:srgbClr val="7656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591616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合规边界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13048" y="645566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版权、隐私和未公开数据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7699248"/>
            <a:ext cx="5852160" cy="621792"/>
          </a:xfrm>
          <a:prstGeom prst="roundRect">
            <a:avLst>
              <a:gd name="adj" fmla="val 7353"/>
            </a:avLst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7872984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负责提效，研究者负责最终判断。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64592"/>
          </a:xfrm>
          <a:prstGeom prst="rect">
            <a:avLst/>
          </a:prstGeom>
          <a:solidFill>
            <a:srgbClr val="173F70"/>
          </a:solidFill>
          <a:ln w="12700">
            <a:solidFill>
              <a:srgbClr val="173F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7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资料说明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33872" y="3566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622792"/>
            <a:ext cx="5852160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325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nanfengy · AI 科研作图分享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这次整理，我准备放出这些内容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5715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公开版已经做了脱敏和轻量化处理。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2878C8"/>
          </a:solidFill>
          <a:ln w="12700">
            <a:solidFill>
              <a:srgbClr val="287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3682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 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65960" y="23865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公开版 PDF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15468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22A7A0"/>
          </a:solidFill>
          <a:ln w="12700">
            <a:solidFill>
              <a:srgbClr val="22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1912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65960" y="32095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轻量版 PPT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397764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46A66B"/>
          </a:solidFill>
          <a:ln w="12700">
            <a:solidFill>
              <a:srgbClr val="46A6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0142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65960" y="40325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科研作图工作流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480060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E46F61"/>
          </a:solidFill>
          <a:ln w="12700">
            <a:solidFill>
              <a:srgbClr val="E46F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8371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65960" y="48554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质量检查框架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562356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F0B84B"/>
          </a:solidFill>
          <a:ln w="12700">
            <a:solidFill>
              <a:srgbClr val="F0B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66013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有边界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65960" y="56784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案例与使用规范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6784848"/>
            <a:ext cx="5715000" cy="1097280"/>
          </a:xfrm>
          <a:prstGeom prst="roundRect">
            <a:avLst>
              <a:gd name="adj" fmla="val 5000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706831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F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你最想解决哪一种科研作图问题？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" y="8229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2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GitHub：发布时补充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导师让我给组里讲AI作图</dc:title>
  <dc:subject>AI research visualization carousel</dc:subject>
  <dc:creator>nanfengy</dc:creator>
  <cp:lastModifiedBy>nanfengy</cp:lastModifiedBy>
  <cp:revision>1</cp:revision>
  <dcterms:created xsi:type="dcterms:W3CDTF">2026-08-12T11:10:48Z</dcterms:created>
  <dcterms:modified xsi:type="dcterms:W3CDTF">2026-08-12T11:10:48Z</dcterms:modified>
</cp:coreProperties>
</file>